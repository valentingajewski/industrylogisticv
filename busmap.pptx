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340" d="100"/>
          <a:sy n="340" d="100"/>
        </p:scale>
        <p:origin x="-9546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A63E9-BA0D-9EC5-E8A2-EE99E1D23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E8A31-83BB-BEC9-30FB-6669C6F5C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86BF-634A-B635-3EE5-07437456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301E5-8E21-E012-8BC8-71F74C05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43FA9-53AE-24AE-3827-C2C7B1C1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1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BE94-126A-76B8-8C2B-9C08E11E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303E9-325D-1D46-6250-B8F266DDC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FFD5-8280-15A2-6891-FB20F0EB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3F93F-801B-C7E6-1BF2-A9351135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029CE-DA7A-A93B-EDA7-DE2CE7CE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6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C27A-4E78-CCF1-AF13-84B706ED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96CA4-70AE-BC07-38D2-17C819DA2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B4B40-6962-DA8B-9DFF-F7B91751B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6F1D6-11C6-7194-AFB7-9B538D03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91CD1-39C0-D6DE-025C-F70349A43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6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7C3C-5DA4-60EA-7D26-FE1791B5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96CF-1600-D1CA-3128-196C84460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9FD3B-BBE1-8AE7-560C-C63A106B8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5EF9D-8E5F-2895-E17C-857324CB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87369-A703-8D4D-6374-17E39715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BC400-DEDA-9765-750F-657718E3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9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39C2B-3B56-148D-8268-B639CC36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FBE6B-E5C7-6B13-58BD-9997E24FE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1EA94-51CB-31AA-7239-E88A59063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46B19-E58C-7A8D-943B-333CD6C05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E49150-F24D-00B8-A1FE-01CEB20C1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4979B8-1CD7-C180-95CD-4D7DF0CF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A8FE3-2CB1-053E-D729-C1D3131B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DDBA9-2110-B53D-29DF-5ECA0D3E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0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E3A0-D75A-60C2-7F78-E44BF24E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26C53-4C69-73BD-9452-744C51924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BE122-E6C3-2708-9114-965EC08B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0C01A-8A20-67E0-F9B0-8B3B5A1C3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9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7BA83-9CCD-909A-665E-D842EA0F9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8677D-09AD-0270-1852-7C6C226E9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92259-4B29-978C-6E14-C752FE9F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8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274C-AC72-5807-ECAA-C35E1B029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52064-8B9A-6252-7691-A489F05F0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A56D4-1D8C-AD4F-DB82-C54F1ED5F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6B3E1-A747-A205-543C-8DC08101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32784-53ED-7E33-EC20-D9E0F5B86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B5E54-9D3A-7B2A-9261-C4A14735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7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EDA9-7552-5B5B-155D-B6BA4F2C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40C8C-FA9B-CFFD-5E74-ADE6663E57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185FB-4B69-BA59-E206-BC640E44B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A32E7-9538-8977-6761-8291A542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BA279-B582-4CF4-06B5-86903C5F4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AA2B5-F06B-8EE2-98E9-6D7A6982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1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CD0F-C3B8-E28D-3F48-E038EB8B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B5254-118A-3A0E-E9A7-B94DF1166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0F24D-5203-0D46-AFF3-400330B1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284EB-BDC5-E954-3682-4091828A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0BC0A-EA2E-C074-F330-6D5B796C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7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018747-E911-FC41-ADA6-EB11D9C6D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DB2D8-0150-2567-E69E-3B8E1E1FE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C6EA4-8314-BFB8-AD24-9AFCD74C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4FE89-B09B-DB8E-0446-4BB7AEEB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8C1-B241-E892-1337-ED981DE0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3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7399E-951A-F47E-A3D0-D88A9B3E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68587-1C23-9513-65C1-1D8E3E282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A81CC-DF34-AE3E-99EB-E4E74872A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50CD8-2088-43DE-8B8F-B535B1D410B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4816-1BD4-57CC-29C4-39EE25420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C9A2F-FC96-075F-6434-50BF38034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6C4D1-F061-4C32-ABCE-2F7AF50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8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85BF-E92E-DAC7-2FD5-D7E51A4016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7BCD4-585C-DDC2-2F73-746BC4C70D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CC6DE-7B5D-B91C-C2E4-9323341DC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2" t="57778" r="40186"/>
          <a:stretch>
            <a:fillRect/>
          </a:stretch>
        </p:blipFill>
        <p:spPr>
          <a:xfrm>
            <a:off x="2940050" y="-167878"/>
            <a:ext cx="6057900" cy="719375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A44E509-3151-0701-5759-331116FDE951}"/>
              </a:ext>
            </a:extLst>
          </p:cNvPr>
          <p:cNvSpPr/>
          <p:nvPr/>
        </p:nvSpPr>
        <p:spPr>
          <a:xfrm rot="3130054">
            <a:off x="4743175" y="3312526"/>
            <a:ext cx="94409" cy="98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F91D055-DBAF-766E-66FF-05119A92C262}"/>
              </a:ext>
            </a:extLst>
          </p:cNvPr>
          <p:cNvSpPr/>
          <p:nvPr/>
        </p:nvSpPr>
        <p:spPr>
          <a:xfrm rot="3130054">
            <a:off x="4675453" y="2763698"/>
            <a:ext cx="94409" cy="98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7FD381-658D-960E-2897-0DCC2C0DCE03}"/>
              </a:ext>
            </a:extLst>
          </p:cNvPr>
          <p:cNvSpPr/>
          <p:nvPr/>
        </p:nvSpPr>
        <p:spPr>
          <a:xfrm rot="19554776">
            <a:off x="4280896" y="1945600"/>
            <a:ext cx="94409" cy="98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B6CAF8E-8D1A-AD2F-4735-BAF3C59CBDFC}"/>
              </a:ext>
            </a:extLst>
          </p:cNvPr>
          <p:cNvSpPr/>
          <p:nvPr/>
        </p:nvSpPr>
        <p:spPr>
          <a:xfrm rot="8757144">
            <a:off x="4385613" y="1851982"/>
            <a:ext cx="94409" cy="98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F76D03-BAE3-57CB-B1A1-742231458D19}"/>
              </a:ext>
            </a:extLst>
          </p:cNvPr>
          <p:cNvSpPr/>
          <p:nvPr/>
        </p:nvSpPr>
        <p:spPr>
          <a:xfrm rot="8757144">
            <a:off x="4252425" y="1691256"/>
            <a:ext cx="94409" cy="98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733665D-A840-4C2E-E840-957ABDB92388}"/>
              </a:ext>
            </a:extLst>
          </p:cNvPr>
          <p:cNvSpPr/>
          <p:nvPr/>
        </p:nvSpPr>
        <p:spPr>
          <a:xfrm rot="8757144">
            <a:off x="4744302" y="1587910"/>
            <a:ext cx="94409" cy="98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2E58B63-3709-A4E5-1F07-6CBDB8C05A29}"/>
              </a:ext>
            </a:extLst>
          </p:cNvPr>
          <p:cNvSpPr/>
          <p:nvPr/>
        </p:nvSpPr>
        <p:spPr>
          <a:xfrm rot="8757144">
            <a:off x="5059387" y="1218596"/>
            <a:ext cx="94409" cy="98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C7EC435-1136-0414-2A9B-2DA50B571F61}"/>
              </a:ext>
            </a:extLst>
          </p:cNvPr>
          <p:cNvSpPr/>
          <p:nvPr/>
        </p:nvSpPr>
        <p:spPr>
          <a:xfrm rot="9452721">
            <a:off x="7932548" y="759526"/>
            <a:ext cx="94409" cy="98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9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 MATHIOT</dc:creator>
  <cp:lastModifiedBy>Valentin MATHIOT</cp:lastModifiedBy>
  <cp:revision>4</cp:revision>
  <dcterms:created xsi:type="dcterms:W3CDTF">2026-09-17T17:11:39Z</dcterms:created>
  <dcterms:modified xsi:type="dcterms:W3CDTF">2026-09-17T17:30:41Z</dcterms:modified>
</cp:coreProperties>
</file>